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E173-7252-B02D-1C48-F43B451AF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E81B4-3B41-14FE-0C13-C799D8055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0D881-01E3-0E4A-DE6A-582E6107B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A7490-9282-4937-B7DC-C2019F7DD087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31DBB-54B7-1153-55F2-502A1F22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F75E1-57BD-95D2-38ED-35A9EAF1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9AF7-CF81-4D58-933F-140FCC85A6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442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863D6-A399-A4AD-F9DA-F1DFAA7C8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70BE5-CF46-9CCB-08A6-E0EDE38B2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85445-7EAF-CBB7-2237-776CA6135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A7490-9282-4937-B7DC-C2019F7DD087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523A3-582C-2407-CCEC-723138377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8B326-2011-D7B9-D2CB-3E7119D0F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9AF7-CF81-4D58-933F-140FCC85A6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797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9BBD-F7EA-45C6-2767-56A869CB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3EB24-B672-B073-A038-2017751AE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8DF74-2DBC-D87C-23F6-E813060AB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A7490-9282-4937-B7DC-C2019F7DD087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B930E-42F9-EF07-3448-643B6CF1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EC452-1A15-2AAB-5081-C1CCEA073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9AF7-CF81-4D58-933F-140FCC85A6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927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6B521-370E-785B-42A9-55336C6A2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CB690-01F7-A001-A109-DD3CA40794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02417-3D98-B2DF-78FE-A0D501445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631AD-ACD0-6B3D-BAEB-7C598E2FE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A7490-9282-4937-B7DC-C2019F7DD087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5B960-DF72-E641-6F75-37BC24427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9204D-6705-C0C3-1CAF-EED04036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9AF7-CF81-4D58-933F-140FCC85A6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101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06F7D-BC14-BB8C-E2E9-4788522C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4DDF2-E19E-E7AA-D7A1-D7549442F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DD4CD-DD44-C0A7-D337-66F183DE3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F51CD-0F61-F9C4-DC62-F3DE5D559E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A2D1AE-6A77-596F-D21C-C59DCDA73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BF3597-B398-8201-EC7F-0199B8FF4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A7490-9282-4937-B7DC-C2019F7DD087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307813-7E10-1EE4-F591-F1A43883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A92F61-B138-6D0F-90A2-62B55196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9AF7-CF81-4D58-933F-140FCC85A6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424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B01E1-D946-4F72-8B91-4634C216C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38230-B2DA-FA16-EDC4-E93965F10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A7490-9282-4937-B7DC-C2019F7DD087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DCC16C-2178-CB71-6D71-32D125ED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8FE54-7E65-0AF3-4A07-4CE0AFDC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9AF7-CF81-4D58-933F-140FCC85A6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87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B72A86-BB9E-AACA-2C08-4C6933FF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A7490-9282-4937-B7DC-C2019F7DD087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48F90E-FE90-370F-29BE-E4209A05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498DA-0E8A-66D1-FDCC-2F59685F9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9AF7-CF81-4D58-933F-140FCC85A6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283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FC3CB-CAA7-9078-97C0-D4745398B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023D9-212E-2949-BB1F-1992E0DEA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0660A-ECED-6E68-C04A-C1D04236C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92F78-311E-A741-EB3F-18316A109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A7490-9282-4937-B7DC-C2019F7DD087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D931C-7D2C-01D7-DB91-2D7BD2457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0AA31-E3CC-FD75-4247-5852BAC83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9AF7-CF81-4D58-933F-140FCC85A6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25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95C30-DBD5-7F23-735A-29997B1E9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E93692-92EF-D930-9044-0DFE77E29A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F869C-B9D2-0721-A3FE-789269635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9F088-3209-1F46-F63E-DEB2D8A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A7490-9282-4937-B7DC-C2019F7DD087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EA7F9-9BE9-3BEE-CDD6-86046791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67F46-797F-BF91-0AF5-52CAA785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9AF7-CF81-4D58-933F-140FCC85A6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00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2D084-2DB6-571E-D0F4-0063A9DB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320E4-DB81-F037-4DD8-6465F542A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8AE70-3172-6E48-D19C-9DAF6F2B1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A7490-9282-4937-B7DC-C2019F7DD087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196E9-1132-9CB1-ADA4-3E7C96977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CE44E-0803-B29A-1209-5246031BB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9AF7-CF81-4D58-933F-140FCC85A6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2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65B483-3BA8-6D04-E447-243E911735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3E281D-53A6-A744-5BA4-950CAA6C3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96F9D-430A-7DFC-880B-EA86C409D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A7490-9282-4937-B7DC-C2019F7DD087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7B09E-87A5-65C9-FB97-EEAC8B6F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031A2-F3C1-1D5B-B8BE-E35ACF65F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9AF7-CF81-4D58-933F-140FCC85A6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656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221F55-2AA1-3F88-34D7-1AC36E369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313C1-C9B0-7B8B-6FA1-58E873BCF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697D0-92B0-D91C-C910-71325BB71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A7490-9282-4937-B7DC-C2019F7DD087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6F43A-D41C-FB0C-EFC2-D87A00F6F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60E3D-AC36-4255-9FFE-57C207F0E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A9AF7-CF81-4D58-933F-140FCC85A6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176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F36E74-AA68-D664-F57E-1D883B73CA9F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E2B5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27A9A1-6A4A-3573-1604-9637A98BD70A}"/>
              </a:ext>
            </a:extLst>
          </p:cNvPr>
          <p:cNvSpPr/>
          <p:nvPr/>
        </p:nvSpPr>
        <p:spPr>
          <a:xfrm>
            <a:off x="304800" y="215900"/>
            <a:ext cx="330200" cy="330200"/>
          </a:xfrm>
          <a:prstGeom prst="rect">
            <a:avLst/>
          </a:prstGeom>
          <a:solidFill>
            <a:srgbClr val="00B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13A83-2259-1557-CD5D-39B4B407F22E}"/>
              </a:ext>
            </a:extLst>
          </p:cNvPr>
          <p:cNvSpPr txBox="1"/>
          <p:nvPr/>
        </p:nvSpPr>
        <p:spPr>
          <a:xfrm>
            <a:off x="787400" y="127000"/>
            <a:ext cx="889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>
                <a:solidFill>
                  <a:srgbClr val="F5F8FC"/>
                </a:solidFill>
                <a:latin typeface="Segoe UI Semibold" panose="020B0702040204020203" pitchFamily="34" charset="0"/>
              </a:rPr>
              <a:t>Eesmärk ja äriküsimused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772C3-6F3F-F8F1-901A-3A397CBF1CAA}"/>
              </a:ext>
            </a:extLst>
          </p:cNvPr>
          <p:cNvSpPr txBox="1"/>
          <p:nvPr/>
        </p:nvSpPr>
        <p:spPr>
          <a:xfrm>
            <a:off x="304800" y="65024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100">
                <a:solidFill>
                  <a:srgbClr val="F5F8FC"/>
                </a:solidFill>
                <a:latin typeface="Segoe UI" panose="020B0502040204020203" pitchFamily="34" charset="0"/>
              </a:rPr>
              <a:t>Jupiter demo (7 min)   |   Slaid 1/5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8C4B7D-69C6-0A74-19EF-837E29D4D778}"/>
              </a:ext>
            </a:extLst>
          </p:cNvPr>
          <p:cNvSpPr txBox="1"/>
          <p:nvPr/>
        </p:nvSpPr>
        <p:spPr>
          <a:xfrm>
            <a:off x="812800" y="1168400"/>
            <a:ext cx="10566400" cy="94641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Kuidas erinevad kataloogi/esitatud/vaadatud sisu struktuurid?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Kui tugev on esiletõstmise ja vaadatavuse seos?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B0F4C0A-8ADD-BD82-0DF4-FD48B79AF17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101600"/>
            <a:ext cx="2286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650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DED69-E562-E8D8-6E96-E34CE5370E9F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E2B5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5CD28E-4FB0-668F-133B-7BE075F19720}"/>
              </a:ext>
            </a:extLst>
          </p:cNvPr>
          <p:cNvSpPr/>
          <p:nvPr/>
        </p:nvSpPr>
        <p:spPr>
          <a:xfrm>
            <a:off x="304800" y="215900"/>
            <a:ext cx="330200" cy="330200"/>
          </a:xfrm>
          <a:prstGeom prst="rect">
            <a:avLst/>
          </a:prstGeom>
          <a:solidFill>
            <a:srgbClr val="00B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05E45-4496-D5C5-414B-9125B052EC2F}"/>
              </a:ext>
            </a:extLst>
          </p:cNvPr>
          <p:cNvSpPr txBox="1"/>
          <p:nvPr/>
        </p:nvSpPr>
        <p:spPr>
          <a:xfrm>
            <a:off x="787400" y="127000"/>
            <a:ext cx="889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>
                <a:solidFill>
                  <a:srgbClr val="F5F8FC"/>
                </a:solidFill>
                <a:latin typeface="Segoe UI Semibold" panose="020B0702040204020203" pitchFamily="34" charset="0"/>
              </a:rPr>
              <a:t>Nõuete checklist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F8206-F134-AC3F-DE7E-FD30E4AB0104}"/>
              </a:ext>
            </a:extLst>
          </p:cNvPr>
          <p:cNvSpPr txBox="1"/>
          <p:nvPr/>
        </p:nvSpPr>
        <p:spPr>
          <a:xfrm>
            <a:off x="304800" y="65024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100">
                <a:solidFill>
                  <a:srgbClr val="F5F8FC"/>
                </a:solidFill>
                <a:latin typeface="Segoe UI" panose="020B0502040204020203" pitchFamily="34" charset="0"/>
              </a:rPr>
              <a:t>Jupiter demo (7 min)   |   Slaid 2/5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0D87DC-57D0-D4DD-65F9-119F4434267C}"/>
              </a:ext>
            </a:extLst>
          </p:cNvPr>
          <p:cNvSpPr txBox="1"/>
          <p:nvPr/>
        </p:nvSpPr>
        <p:spPr>
          <a:xfrm>
            <a:off x="812800" y="1168400"/>
            <a:ext cx="10566400" cy="240065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Ingest mitmest allikast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Automatiseeritud workflow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SQL transform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quality/check kontrollid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Superset dashboard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6047BFD-CFD2-3959-8FC9-85C0CE8C8E6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101600"/>
            <a:ext cx="2286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17DDB8-D925-2E74-B607-264B679535D4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E2B5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17ADF9-FEC4-490A-BB47-B47F82127859}"/>
              </a:ext>
            </a:extLst>
          </p:cNvPr>
          <p:cNvSpPr/>
          <p:nvPr/>
        </p:nvSpPr>
        <p:spPr>
          <a:xfrm>
            <a:off x="304800" y="215900"/>
            <a:ext cx="330200" cy="330200"/>
          </a:xfrm>
          <a:prstGeom prst="rect">
            <a:avLst/>
          </a:prstGeom>
          <a:solidFill>
            <a:srgbClr val="00B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775A2-9764-EF25-6CC5-04543BED4E39}"/>
              </a:ext>
            </a:extLst>
          </p:cNvPr>
          <p:cNvSpPr txBox="1"/>
          <p:nvPr/>
        </p:nvSpPr>
        <p:spPr>
          <a:xfrm>
            <a:off x="787400" y="127000"/>
            <a:ext cx="889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>
                <a:solidFill>
                  <a:srgbClr val="F5F8FC"/>
                </a:solidFill>
                <a:latin typeface="Segoe UI Semibold" panose="020B0702040204020203" pitchFamily="34" charset="0"/>
              </a:rPr>
              <a:t>Arhitektuur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978BE-F5CF-A1AF-8480-BBAEDBC29941}"/>
              </a:ext>
            </a:extLst>
          </p:cNvPr>
          <p:cNvSpPr txBox="1"/>
          <p:nvPr/>
        </p:nvSpPr>
        <p:spPr>
          <a:xfrm>
            <a:off x="304800" y="65024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100">
                <a:solidFill>
                  <a:srgbClr val="F5F8FC"/>
                </a:solidFill>
                <a:latin typeface="Segoe UI" panose="020B0502040204020203" pitchFamily="34" charset="0"/>
              </a:rPr>
              <a:t>Jupiter demo (7 min)   |   Slaid 3/5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142B55-3910-7FA8-B183-1F9B87C1B473}"/>
              </a:ext>
            </a:extLst>
          </p:cNvPr>
          <p:cNvSpPr txBox="1"/>
          <p:nvPr/>
        </p:nvSpPr>
        <p:spPr>
          <a:xfrm>
            <a:off x="812800" y="1168400"/>
            <a:ext cx="1056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API + CSV -&gt; staging -&gt; mart -&gt; Superset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C6D21E6-39E1-EEFD-13C9-866FAA4C98E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101600"/>
            <a:ext cx="2286000" cy="533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E979ED-B90D-429A-0E09-684AAA948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67" y="1704819"/>
            <a:ext cx="8694603" cy="4890714"/>
          </a:xfrm>
          <a:prstGeom prst="rect">
            <a:avLst/>
          </a:prstGeom>
          <a:ln w="14605">
            <a:solidFill>
              <a:srgbClr val="E0B100"/>
            </a:solidFill>
          </a:ln>
        </p:spPr>
      </p:pic>
    </p:spTree>
    <p:extLst>
      <p:ext uri="{BB962C8B-B14F-4D97-AF65-F5344CB8AC3E}">
        <p14:creationId xmlns:p14="http://schemas.microsoft.com/office/powerpoint/2010/main" val="188746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99C5FB-47C2-DA15-278B-9EAB8771579D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E2B5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756279-EC70-1E8F-B588-EBCFF2B540D5}"/>
              </a:ext>
            </a:extLst>
          </p:cNvPr>
          <p:cNvSpPr/>
          <p:nvPr/>
        </p:nvSpPr>
        <p:spPr>
          <a:xfrm>
            <a:off x="304800" y="215900"/>
            <a:ext cx="330200" cy="330200"/>
          </a:xfrm>
          <a:prstGeom prst="rect">
            <a:avLst/>
          </a:prstGeom>
          <a:solidFill>
            <a:srgbClr val="00B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95F1C-6827-D735-F763-2AAA7FB93CFA}"/>
              </a:ext>
            </a:extLst>
          </p:cNvPr>
          <p:cNvSpPr txBox="1"/>
          <p:nvPr/>
        </p:nvSpPr>
        <p:spPr>
          <a:xfrm>
            <a:off x="787400" y="127000"/>
            <a:ext cx="889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>
                <a:solidFill>
                  <a:srgbClr val="F5F8FC"/>
                </a:solidFill>
                <a:latin typeface="Segoe UI Semibold" panose="020B0702040204020203" pitchFamily="34" charset="0"/>
              </a:rPr>
              <a:t>Peamised tulemused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CD5B6C-221C-CC02-FA94-E74A1F11ACF3}"/>
              </a:ext>
            </a:extLst>
          </p:cNvPr>
          <p:cNvSpPr txBox="1"/>
          <p:nvPr/>
        </p:nvSpPr>
        <p:spPr>
          <a:xfrm>
            <a:off x="304800" y="65024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100">
                <a:solidFill>
                  <a:srgbClr val="F5F8FC"/>
                </a:solidFill>
                <a:latin typeface="Segoe UI" panose="020B0502040204020203" pitchFamily="34" charset="0"/>
              </a:rPr>
              <a:t>Jupiter demo (7 min)   |   Slaid 4/5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983EE-04FF-65ED-9092-A7A1434EB39B}"/>
              </a:ext>
            </a:extLst>
          </p:cNvPr>
          <p:cNvSpPr txBox="1"/>
          <p:nvPr/>
        </p:nvSpPr>
        <p:spPr>
          <a:xfrm>
            <a:off x="812800" y="1168400"/>
            <a:ext cx="10566400" cy="143116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Workflow käivitus edukalt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Kvaliteedikontrollid olemas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Dashboardis mõõdikud olemas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F00DEA8-1C5B-36D0-4499-92F5098B65A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101600"/>
            <a:ext cx="2286000" cy="533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ABB068-5CC1-B840-654B-1F1CFD3E1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3916" y="1219917"/>
            <a:ext cx="14139831" cy="6704166"/>
          </a:xfrm>
          <a:prstGeom prst="rect">
            <a:avLst/>
          </a:prstGeom>
          <a:ln w="14605">
            <a:solidFill>
              <a:srgbClr val="E0B100"/>
            </a:solidFill>
          </a:ln>
        </p:spPr>
      </p:pic>
    </p:spTree>
    <p:extLst>
      <p:ext uri="{BB962C8B-B14F-4D97-AF65-F5344CB8AC3E}">
        <p14:creationId xmlns:p14="http://schemas.microsoft.com/office/powerpoint/2010/main" val="3870073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BC668E-FC9D-F596-5F21-DB09AA8E1BCA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E2B5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66FD1C-DB0D-2BBC-827D-C7E8CF9270FA}"/>
              </a:ext>
            </a:extLst>
          </p:cNvPr>
          <p:cNvSpPr/>
          <p:nvPr/>
        </p:nvSpPr>
        <p:spPr>
          <a:xfrm>
            <a:off x="304800" y="215900"/>
            <a:ext cx="330200" cy="330200"/>
          </a:xfrm>
          <a:prstGeom prst="rect">
            <a:avLst/>
          </a:prstGeom>
          <a:solidFill>
            <a:srgbClr val="00B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CF7B1-DAEA-7A96-A397-36513A85C009}"/>
              </a:ext>
            </a:extLst>
          </p:cNvPr>
          <p:cNvSpPr txBox="1"/>
          <p:nvPr/>
        </p:nvSpPr>
        <p:spPr>
          <a:xfrm>
            <a:off x="787400" y="127000"/>
            <a:ext cx="889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>
                <a:solidFill>
                  <a:srgbClr val="F5F8FC"/>
                </a:solidFill>
                <a:latin typeface="Segoe UI Semibold" panose="020B0702040204020203" pitchFamily="34" charset="0"/>
              </a:rPr>
              <a:t>Piirang ja järgmine samm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4AF0EF-DAE9-8D0A-5106-C7F12AE3F1EA}"/>
              </a:ext>
            </a:extLst>
          </p:cNvPr>
          <p:cNvSpPr txBox="1"/>
          <p:nvPr/>
        </p:nvSpPr>
        <p:spPr>
          <a:xfrm>
            <a:off x="304800" y="65024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100">
                <a:solidFill>
                  <a:srgbClr val="F5F8FC"/>
                </a:solidFill>
                <a:latin typeface="Segoe UI" panose="020B0502040204020203" pitchFamily="34" charset="0"/>
              </a:rPr>
              <a:t>Jupiter demo (7 min)   |   Slaid 5/5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F1E04-C5BA-D193-D0F0-73A7653B5842}"/>
              </a:ext>
            </a:extLst>
          </p:cNvPr>
          <p:cNvSpPr txBox="1"/>
          <p:nvPr/>
        </p:nvSpPr>
        <p:spPr>
          <a:xfrm>
            <a:off x="812800" y="1168400"/>
            <a:ext cx="10566400" cy="94641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Pealkirja-põhine matching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Järgmine samm: parem title mapping / id-põhine sidumine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CA20FBA-E7D0-0FA8-9A6B-24364AE2614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101600"/>
            <a:ext cx="2286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263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Tarvo Nõulik</dc:creator>
  <cp:lastModifiedBy>Tarvo Nõulik</cp:lastModifiedBy>
  <cp:revision>11</cp:revision>
  <dcterms:created xsi:type="dcterms:W3CDTF">2026-06-02T11:08:30Z</dcterms:created>
  <dcterms:modified xsi:type="dcterms:W3CDTF">2026-06-02T12:26:53Z</dcterms:modified>
</cp:coreProperties>
</file>